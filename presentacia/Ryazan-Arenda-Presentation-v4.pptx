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cc476776d4254" /><Relationship Type="http://schemas.openxmlformats.org/officeDocument/2006/relationships/extended-properties" Target="/docProps/app.xml" Id="Re3b7d68f4d3b466c" /><Relationship Type="http://schemas.openxmlformats.org/officeDocument/2006/relationships/officeDocument" Target="/ppt/presentation.xml" Id="R75895eacad6a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6fd523738e4fe5"/>
  </p:sldMasterIdLst>
  <p:notesMasterIdLst>
    <p:notesMasterId xmlns:r="http://schemas.openxmlformats.org/officeDocument/2006/relationships" r:id="R981d5cd036654e2c"/>
  </p:notesMasterIdLst>
  <p:sldIdLst>
    <p:sldId xmlns:r="http://schemas.openxmlformats.org/officeDocument/2006/relationships" id="256" r:id="R6c10f290a51545bb"/>
    <p:sldId xmlns:r="http://schemas.openxmlformats.org/officeDocument/2006/relationships" id="257" r:id="Rd699bf63d00c4285"/>
    <p:sldId xmlns:r="http://schemas.openxmlformats.org/officeDocument/2006/relationships" id="258" r:id="R991e3dec97b94bff"/>
    <p:sldId xmlns:r="http://schemas.openxmlformats.org/officeDocument/2006/relationships" id="259" r:id="R0235ffe06aea41fa"/>
    <p:sldId xmlns:r="http://schemas.openxmlformats.org/officeDocument/2006/relationships" id="260" r:id="R13559cd5849e4a9e"/>
    <p:sldId xmlns:r="http://schemas.openxmlformats.org/officeDocument/2006/relationships" id="261" r:id="R8022599fd5ab4c46"/>
    <p:sldId xmlns:r="http://schemas.openxmlformats.org/officeDocument/2006/relationships" id="262" r:id="R905eae3d3d134a68"/>
    <p:sldId xmlns:r="http://schemas.openxmlformats.org/officeDocument/2006/relationships" id="263" r:id="R1729df4f2a5443b9"/>
    <p:sldId xmlns:r="http://schemas.openxmlformats.org/officeDocument/2006/relationships" id="264" r:id="Rec38eb553e54485e"/>
    <p:sldId xmlns:r="http://schemas.openxmlformats.org/officeDocument/2006/relationships" id="265" r:id="R51935ce0734b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c4fefac5041fb" /><Relationship Type="http://schemas.openxmlformats.org/officeDocument/2006/relationships/slideMaster" Target="/ppt/slideMasters/slideMaster1.xml" Id="R206fd523738e4fe5" /><Relationship Type="http://schemas.openxmlformats.org/officeDocument/2006/relationships/notesMaster" Target="/ppt/notesMasters/notesMaster1.xml" Id="R981d5cd036654e2c" /><Relationship Type="http://schemas.openxmlformats.org/officeDocument/2006/relationships/presProps" Target="/ppt/presProps.xml" Id="R2a054ea43844466e" /><Relationship Type="http://schemas.openxmlformats.org/officeDocument/2006/relationships/tableStyles" Target="/ppt/tableStyles.xml" Id="R0b1c6f2f3b104286" /><Relationship Type="http://schemas.openxmlformats.org/officeDocument/2006/relationships/slide" Target="/ppt/slides/slide1.xml" Id="R6c10f290a51545bb" /><Relationship Type="http://schemas.openxmlformats.org/officeDocument/2006/relationships/slide" Target="/ppt/slides/slide2.xml" Id="Rd699bf63d00c4285" /><Relationship Type="http://schemas.openxmlformats.org/officeDocument/2006/relationships/slide" Target="/ppt/slides/slide3.xml" Id="R991e3dec97b94bff" /><Relationship Type="http://schemas.openxmlformats.org/officeDocument/2006/relationships/slide" Target="/ppt/slides/slide4.xml" Id="R0235ffe06aea41fa" /><Relationship Type="http://schemas.openxmlformats.org/officeDocument/2006/relationships/slide" Target="/ppt/slides/slide5.xml" Id="R13559cd5849e4a9e" /><Relationship Type="http://schemas.openxmlformats.org/officeDocument/2006/relationships/slide" Target="/ppt/slides/slide6.xml" Id="R8022599fd5ab4c46" /><Relationship Type="http://schemas.openxmlformats.org/officeDocument/2006/relationships/slide" Target="/ppt/slides/slide7.xml" Id="R905eae3d3d134a68" /><Relationship Type="http://schemas.openxmlformats.org/officeDocument/2006/relationships/slide" Target="/ppt/slides/slide8.xml" Id="R1729df4f2a5443b9" /><Relationship Type="http://schemas.openxmlformats.org/officeDocument/2006/relationships/slide" Target="/ppt/slides/slide9.xml" Id="Rec38eb553e54485e" /><Relationship Type="http://schemas.openxmlformats.org/officeDocument/2006/relationships/slide" Target="/ppt/slides/slide10.xml" Id="R51935ce0734b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b5cf1e432e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22cd4c98a44b77" /><Relationship Type="http://schemas.openxmlformats.org/officeDocument/2006/relationships/notesMaster" Target="/ppt/notesMasters/notesMaster1.xml" Id="Rebdd8381d925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4de0f67e64b18" /><Relationship Type="http://schemas.openxmlformats.org/officeDocument/2006/relationships/notesMaster" Target="/ppt/notesMasters/notesMaster1.xml" Id="R7311d2e5e4e647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256af9bf546c0" /><Relationship Type="http://schemas.openxmlformats.org/officeDocument/2006/relationships/notesMaster" Target="/ppt/notesMasters/notesMaster1.xml" Id="Rd916cef2c368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7c11e1b0a446ef" /><Relationship Type="http://schemas.openxmlformats.org/officeDocument/2006/relationships/notesMaster" Target="/ppt/notesMasters/notesMaster1.xml" Id="R7508a148212f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5bf7460944f3b" /><Relationship Type="http://schemas.openxmlformats.org/officeDocument/2006/relationships/notesMaster" Target="/ppt/notesMasters/notesMaster1.xml" Id="Re37957bffeb2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104b6b60934a94" /><Relationship Type="http://schemas.openxmlformats.org/officeDocument/2006/relationships/notesMaster" Target="/ppt/notesMasters/notesMaster1.xml" Id="R922299fb62d5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e3ea86be24fb9" /><Relationship Type="http://schemas.openxmlformats.org/officeDocument/2006/relationships/notesMaster" Target="/ppt/notesMasters/notesMaster1.xml" Id="R895e80b070c5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91cbcf7a24972" /><Relationship Type="http://schemas.openxmlformats.org/officeDocument/2006/relationships/notesMaster" Target="/ppt/notesMasters/notesMaster1.xml" Id="R030197d05c154e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b4a0bc4615451b" /><Relationship Type="http://schemas.openxmlformats.org/officeDocument/2006/relationships/notesMaster" Target="/ppt/notesMasters/notesMaster1.xml" Id="R4eaeb0a0b33542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902035a97a4093" /><Relationship Type="http://schemas.openxmlformats.org/officeDocument/2006/relationships/notesMaster" Target="/ppt/notesMasters/notesMaster1.xml" Id="R78c7928eea00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Содержание основано на коде проекта Рязань.Аренда.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Сформулировано по функциональности проекта: каталог, роли, модерация и бронирование.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Четыре задачи отражают пользовательский путь и административный контур.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и правила доступа взяты из users.models.Profile и crm.views.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Статусы Housing и действия crm.moderate_action.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Правила реализованы в Booking.clean(), overlapping() и calc_total().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Ограничения Review.clean() и сигнал пересчёта рейтинга.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Экраны отражают реальные маршруты и изображения из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Количество тестов указано в README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8548fcf3b4c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6bc8e16864824" /><Relationship Type="http://schemas.openxmlformats.org/officeDocument/2006/relationships/slideLayout" Target="/ppt/slideLayouts/slideLayout1.xml" Id="R6ba87070b878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87070b878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fad07ea474d33" /><Relationship Type="http://schemas.openxmlformats.org/officeDocument/2006/relationships/image" Target="/ppt/media/image.jpeg" Id="R89c66eb555424b96" /><Relationship Type="http://schemas.openxmlformats.org/officeDocument/2006/relationships/notesSlide" Target="/ppt/notesSlides/notesSlide1.xml" Id="Rb9a066a70ffd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123bf839f4a67" /><Relationship Type="http://schemas.openxmlformats.org/officeDocument/2006/relationships/image" Target="/ppt/media/image2.jpeg" Id="Rc237ee2ca1f24660" /><Relationship Type="http://schemas.openxmlformats.org/officeDocument/2006/relationships/notesSlide" Target="/ppt/notesSlides/notesSlide2.xml" Id="Rfb33e2644bc647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33eda7e004d59" /><Relationship Type="http://schemas.openxmlformats.org/officeDocument/2006/relationships/notesSlide" Target="/ppt/notesSlides/notesSlide3.xml" Id="R65caa8995ba54e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a2de654a648ba" /><Relationship Type="http://schemas.openxmlformats.org/officeDocument/2006/relationships/notesSlide" Target="/ppt/notesSlides/notesSlide4.xml" Id="Ra805e86025df47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060ce40084ddd" /><Relationship Type="http://schemas.openxmlformats.org/officeDocument/2006/relationships/notesSlide" Target="/ppt/notesSlides/notesSlide5.xml" Id="R6a000b457394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ce0dd9d8407f" /><Relationship Type="http://schemas.openxmlformats.org/officeDocument/2006/relationships/image" Target="/ppt/media/image3.jpeg" Id="Rc128d7cbf78c4421" /><Relationship Type="http://schemas.openxmlformats.org/officeDocument/2006/relationships/notesSlide" Target="/ppt/notesSlides/notesSlide6.xml" Id="Rf3fbfaa27f124a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eb05e3b3146ec" /><Relationship Type="http://schemas.openxmlformats.org/officeDocument/2006/relationships/notesSlide" Target="/ppt/notesSlides/notesSlide7.xml" Id="R47bb17e0e8d041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9b96e86448d0" /><Relationship Type="http://schemas.openxmlformats.org/officeDocument/2006/relationships/image" Target="/ppt/media/image.png" Id="R8fa38d3a10d44eae" /><Relationship Type="http://schemas.openxmlformats.org/officeDocument/2006/relationships/image" Target="/ppt/media/image2.png" Id="Rfa42c4e5314545c1" /><Relationship Type="http://schemas.openxmlformats.org/officeDocument/2006/relationships/image" Target="/ppt/media/image4.jpeg" Id="R4cada9a66ce14da8" /><Relationship Type="http://schemas.openxmlformats.org/officeDocument/2006/relationships/notesSlide" Target="/ppt/notesSlides/notesSlide8.xml" Id="R518ab778b34a45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0640f17104e58" /><Relationship Type="http://schemas.openxmlformats.org/officeDocument/2006/relationships/notesSlide" Target="/ppt/notesSlides/notesSlide9.xml" Id="Rd9a9daa25d9545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b734740264b5d" /><Relationship Type="http://schemas.openxmlformats.org/officeDocument/2006/relationships/notesSlide" Target="/ppt/notesSlides/notesSlide10.xml" Id="Rf9d904a243db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66eb555424b96"/>
          <a:srcRect xmlns:a="http://schemas.openxmlformats.org/drawingml/2006/main" l="24086" t="0" r="240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>
              <a:gd name="adj" fmla="val 321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1B71F-E987-4E74-9D95-3AB89884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FA631-4AC0-4162-9D72-E4724C5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Рязань.Аренда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7F73-91BC-48F8-9F65-4F0FE86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Веб-сервис для поиска, бронирования и управления жильём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73C4E-312B-413C-8089-2700EA8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BD18-2A4A-422F-BDBD-6580736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A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A84B"/>
                </a:solidFill>
                <a:latin typeface="Arial"/>
                <a:ea typeface="Arial"/>
                <a:cs typeface="Arial"/>
              </a:rPr>
              <a:t>Проект сделал: Данилкин Кирилл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291FB-0974-4C61-89D4-8502075D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Преподаватель: Тороян С. 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89FCC-DCE3-4771-BFA4-496FBE6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6C4"/>
                </a:solidFill>
                <a:latin typeface="Arial"/>
                <a:ea typeface="Arial"/>
                <a:cs typeface="Arial"/>
              </a:rPr>
              <a:t>Каталог  ·  модерация  ·  бронирования  ·  отзывы</a:t>
            </a:r>
          </a:p>
        </p:txBody>
      </p:sp>
    </p:spTree>
    <p:extLst>
      <p:ext uri="{BB962C8B-B14F-4D97-AF65-F5344CB8AC3E}">
        <p14:creationId xmlns:p14="http://schemas.microsoft.com/office/powerpoint/2010/main" val="281297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3AD93-7088-46BE-A829-FEEDA205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6113-7C96-499D-A00F-179C00A4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Зачем нужен сервис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7EBF7-9511-46D8-82E9-223F8AF2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AEB0-5AAC-4282-841E-39363D6D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7ee2ca1f24660"/>
          <a:srcRect xmlns:a="http://schemas.openxmlformats.org/drawingml/2006/main" l="14103" t="0" r="14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62125"/>
            <a:ext cx="4000500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7090C-B1E6-44BB-8BD8-BD6C5B0C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Поиск жилья должен быть понятным для гостя и управляемым для владельца.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1BC4F-D0F6-455F-9FA9-883F9635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CC191-4ED6-41BA-AC4E-0EF81132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Каталог показывает только проверенные объявления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7D62-8FFA-4106-A5C5-68E146DF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E3C8E-243B-421E-ACD5-1A3B05D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Гость видит цену, вместимость, удобства и рейтинг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F41D8-02C4-4033-A9C1-17517A6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2439F-94BA-4D0C-9F7C-D2CE38B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Владелец получает заявки и управляет доступностью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CDF43-007A-4FD3-B66C-28A9E50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82C9D-A942-4DD3-B04A-B62A212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Сотрудник контролирует качество через CRM</a:t>
            </a:r>
          </a:p>
        </p:txBody>
      </p:sp>
    </p:spTree>
    <p:extLst>
      <p:ext uri="{BB962C8B-B14F-4D97-AF65-F5344CB8AC3E}">
        <p14:creationId xmlns:p14="http://schemas.microsoft.com/office/powerpoint/2010/main" val="1997118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0F354-8E64-4E98-A3CE-220DD257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8ACDC-034A-48E7-902F-B742F45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Цель и задачи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0E130-579B-4AB5-B28E-49C4037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CD007-99E4-40CA-BBFD-61DBB2A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4E34D-E31B-4AB2-9A76-9C59B53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Собрать единый путь от публикации объявления до завершённой поездки и отзыва.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9B429-B73E-4862-8388-36D1A09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86FD0-E22D-48A1-B5EE-17603EB9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487A4-1AE0-4549-9311-D86EDD71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Найти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5A6D1-5D31-4E2A-8424-72F80D3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Фильтры каталога и понятная карточка жилья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CD70-5278-4BE6-B4D0-AEDEEAB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7C27C-0D17-4340-8D17-63C0A65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B3C81-9C92-4351-B14B-72BB73B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Забронировать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54CB-41A2-4359-B128-7E4097C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Проверка дат, вместимости и суммы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DBC49-FDE2-4441-95CE-4E79FE1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48611-048E-4C57-B2F8-5296A8F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6617C-18A6-4C92-B595-1D3629D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Доверять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DFF4E-C057-4493-8299-18CE7479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Модерация объявлений и отзывов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40335-EBEF-447D-A489-536BE8BA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83C60-0A5D-4CAE-9100-BEDADAB8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F898D-9C76-4FFD-84F2-0CA86EC0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Управлять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886D3-FAA3-4B8E-8E95-DAF649B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Личный кабинет владельца и CRM</a:t>
            </a:r>
          </a:p>
        </p:txBody>
      </p:sp>
    </p:spTree>
    <p:extLst>
      <p:ext uri="{BB962C8B-B14F-4D97-AF65-F5344CB8AC3E}">
        <p14:creationId xmlns:p14="http://schemas.microsoft.com/office/powerpoint/2010/main" val="780852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D1A7D-1F76-4FF6-93D1-FBBFFD43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ПОЛЬЗОВАТЕЛИ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0A4AC-0611-4529-BB5E-F61A720A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Кто работает в системе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67FC-4573-4738-B2B9-4C51633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53842-F4B7-4A76-8061-9E8E070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A8F08-8398-4B47-8346-53C548C8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Один аккаунт может пользоваться сервисом как гость и как владелец.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6BC86-C73E-40DE-AC88-9478748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9906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555FB-7E72-4D7C-BC8F-F10C87DD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АРЕНДАТОР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C29D5-9681-411F-A9F9-EC18B59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Ищет жильё, отправляет заявку, оставляет отзыв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248AD-6911-4044-9F75-25EFE2DD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9906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6E8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F42CD-2BC2-496B-82FD-64EFD9B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АРЕНДОДАТЕЛЬ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D98B4-6C96-427E-AF47-440BB78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Создаёт объявления, принимает заявки, следит за доходом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E8E71-8122-48DB-B344-813F0123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906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7EF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6A8C7-F221-474B-9BF9-98762CA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7F383-810E-41E5-A7B6-C3BB1C0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Модерирует контент и работает с обращениями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C410A-80CD-4E59-A435-B43B7332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Роль хранится в Profile, доступ CRM определяется флагом is_staff.</a:t>
            </a:r>
          </a:p>
        </p:txBody>
      </p:sp>
    </p:spTree>
    <p:extLst>
      <p:ext uri="{BB962C8B-B14F-4D97-AF65-F5344CB8AC3E}">
        <p14:creationId xmlns:p14="http://schemas.microsoft.com/office/powerpoint/2010/main" val="1429118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311DE-EFF1-4154-8473-C108F585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6198-009E-499A-9718-5E58848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Модерация объявления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281BE-4BC5-41CE-A4C4-9F7B33B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398A7-D46F-489A-8DDF-8BBBFC51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4A71C-D217-4C9D-A744-2333EEE8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Публикация проходит через понятный жизненный цикл.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35E74-4173-4696-A3A0-224B6CD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00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475F-27FD-4C07-BD37-BAB56A50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Черновик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8A903-6D5C-4300-82AF-C935F6B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817C-7425-4743-B32C-DC1005C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90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D7840-0EFB-4953-AEF5-041EEF8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2000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E8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CC622-7CE4-4CF1-B93C-0A1CAE4A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0DB1F-5112-441A-8FED-884A2FC6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76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26974-92AE-4CFE-8B00-4EB14F36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90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35DC7-B1F0-43D1-903F-E80B041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57500"/>
            <a:ext cx="2000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EFE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06E99-0D69-4C90-9CA5-33FF2E07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Опубликовано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D0760-5F41-4C0E-BAC7-92DE0FB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76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D1EBC-11C3-47D9-8BE4-56C7EA2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908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B5C6B-EE7B-4BB1-B812-AFC36CB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2000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E1E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14D15-3377-4489-8721-593CA043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Отклонено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DB2F8-6618-4D3A-84D6-A9ABA7AF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48684-C6F4-4017-9A64-9E7FD1F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 отказе владелец получает причину и может исправить карточку.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BDB44-F70F-481C-B5F5-23DFA59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B8AC9-9F67-4516-8764-9E6EA47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Только approved-объекты попадают в публичный каталог.</a:t>
            </a:r>
          </a:p>
        </p:txBody>
      </p:sp>
    </p:spTree>
    <p:extLst>
      <p:ext uri="{BB962C8B-B14F-4D97-AF65-F5344CB8AC3E}">
        <p14:creationId xmlns:p14="http://schemas.microsoft.com/office/powerpoint/2010/main" val="736909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F73EA-CE49-42BA-95CD-4968BAF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ОСНОВНОЙ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82BBB-F6A8-4C74-A8F3-457B383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Бронирование без конфликтов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57DA4-DC32-4926-BA3D-29DE7A5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657AF-3906-4F8B-A522-4469121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8d7cbf78c4421"/>
          <a:srcRect xmlns:a="http://schemas.openxmlformats.org/drawingml/2006/main" l="11905" t="0" r="119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752600"/>
            <a:ext cx="381000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F959-EAB6-4274-886D-5FEABA0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Гость отправляет заявку, владелец принимает решение.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80E4-EFC0-4B11-BD79-4E1BF65A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A809A-0D52-4046-A7CC-576E779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Дата выезда позже даты заезда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9004-D375-4EE1-AEEA-BA8A9E42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8D8F4-167E-4BAF-A93D-0783848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Дата заезда не может быть в прошлом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8D147-3D1F-424E-B943-3EDEAD7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8AF18-2D2F-48C8-B837-61199CC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Количество гостей не превышает вместимость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DFB47-967E-414D-8C5F-ACDF69D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737FE-E383-4E86-87FD-95C44C0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Даты не пересекаются с подтверждёнными бронями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64BBB-6CE3-4D70-969B-A694B036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A91A0-3E4F-4CAF-B552-98DFE23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Сумма считается автоматически по числу ночей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B11DC-A049-4633-93B9-00ABB534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pending  →  confirmed  →  completed</a:t>
            </a:r>
          </a:p>
        </p:txBody>
      </p:sp>
    </p:spTree>
    <p:extLst>
      <p:ext uri="{BB962C8B-B14F-4D97-AF65-F5344CB8AC3E}">
        <p14:creationId xmlns:p14="http://schemas.microsoft.com/office/powerpoint/2010/main" val="571831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7C117-5922-4CA1-B265-88AC4BAA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ОТЗЫВЫ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47AA6-61AA-45DC-ACD0-601B071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Доверие после поездки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F890F-93C8-4102-BBA8-53910FB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8B1ED-7A23-46C6-B43B-B307FC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8E4FE-008E-490C-A00F-71C36971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Отзыв доступен только тому, кто действительно завершил бронирование.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C7FE-1135-42FD-BC7D-2FD183F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D4860-6DC1-47EC-8FE5-81900CA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Завершённая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бронь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56462-1380-4737-9261-59BF5A3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Booking.completed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7A442-E579-40C1-B3C0-AE705609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087A8-2350-4BDD-971C-E27131A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E8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1FB2E-3C2E-4D2B-BDE3-5F660F6A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Отзыв на</a:t>
            </a:r>
          </a:p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модерации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7B7FF-3129-4E81-B747-B589270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90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Review.pending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AB701-750E-4B4C-A65B-CC295C97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B035D-A8CA-4B33-816E-E184FDC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476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EFE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D3462-ED44-412F-A723-648D19B3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Рейтинг жилья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F0E42-5F42-4736-9FBF-8D791D71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Review.published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9FD3F-B979-4836-A870-91B6D9B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Сигнал post_save/post_delete автоматически пересчитывает среднюю оценку.</a:t>
            </a:r>
          </a:p>
        </p:txBody>
      </p:sp>
    </p:spTree>
    <p:extLst>
      <p:ext uri="{BB962C8B-B14F-4D97-AF65-F5344CB8AC3E}">
        <p14:creationId xmlns:p14="http://schemas.microsoft.com/office/powerpoint/2010/main" val="1122136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18AAD-47F1-4DD2-8430-9B06F7E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ФУНКЦИОНАЛЬНОСТЬ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7229A-21A1-4FCE-BEEF-2BAC0E55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Экраны сайта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4F12A-20B6-4466-BF66-501ADBE8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66F8D-9A6E-47B0-9E38-54257567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91F9-4B61-4E53-994A-44DC68D3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Основные сценарии собраны в одном интерфейсе.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26D62-F30C-4D1E-BE00-CCD58C4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38d3a10d44eae"/>
          <a:srcRect xmlns:a="http://schemas.openxmlformats.org/drawingml/2006/main" l="0" t="12952" r="0" b="12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743200"/>
            <a:ext cx="2990850" cy="1524000"/>
          </a:xfrm>
          <a:prstGeom xmlns:a="http://schemas.openxmlformats.org/drawingml/2006/main" prst="roundRect">
            <a:avLst>
              <a:gd name="adj" fmla="val 1125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F404-239B-45FF-9747-0420AC07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Каталог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F20A-C644-4B2C-BEDF-941F121A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Фильтры · сортировка · карта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900F1-4649-4C7F-B7C0-6DD874C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2c4e5314545c1"/>
          <a:srcRect xmlns:a="http://schemas.openxmlformats.org/drawingml/2006/main" l="0" t="11640" r="0" b="116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2743200"/>
            <a:ext cx="2990850" cy="1524000"/>
          </a:xfrm>
          <a:prstGeom xmlns:a="http://schemas.openxmlformats.org/drawingml/2006/main" prst="roundRect">
            <a:avLst>
              <a:gd name="adj" fmla="val 1125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0EE9B-2CB2-4AEF-BA9C-99D49B06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F11D1-4714-4C92-B5F3-6308E0D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Галерея · бронь · отзывы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7CBBC-A844-4337-BFBC-F580C70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333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da9a66ce14da8"/>
          <a:srcRect xmlns:a="http://schemas.openxmlformats.org/drawingml/2006/main" l="0" t="11783" r="0" b="11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2743200"/>
            <a:ext cx="2990850" cy="1524000"/>
          </a:xfrm>
          <a:prstGeom xmlns:a="http://schemas.openxmlformats.org/drawingml/2006/main" prst="roundRect">
            <a:avLst>
              <a:gd name="adj" fmla="val 1125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62A3C-15D2-4A6B-A260-92135C94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Личный кабинет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1E898-4B07-449C-8FD3-0FA5B82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Брони · доход · настройки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19230-27A2-42FD-9896-A13258A3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/catalog/      /catalog/&lt;id&gt;/      /dashboard/</a:t>
            </a:r>
          </a:p>
        </p:txBody>
      </p:sp>
    </p:spTree>
    <p:extLst>
      <p:ext uri="{BB962C8B-B14F-4D97-AF65-F5344CB8AC3E}">
        <p14:creationId xmlns:p14="http://schemas.microsoft.com/office/powerpoint/2010/main" val="1961270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B4587-AFC5-4CE2-AFA8-05F332F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41727-E5FF-472E-A9F8-C5525A9F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Что уже работает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D1DFE-A517-4000-8F96-CB484EC7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5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31C5E-21B7-488F-AA0B-2829DC4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5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58A"/>
                </a:solidFill>
                <a:latin typeface="Arial"/>
                <a:ea typeface="Arial"/>
                <a:cs typeface="Arial"/>
              </a:rPr>
              <a:t>Рязань.Аренда  ·  презентация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ABA74-805C-4F00-994F-66BE66E4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Проект закрывает полный цикл работы с жильём.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10205-C902-47AE-9287-708B8DC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25D9B-491D-4954-9EE9-735E5FB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регистрация и роли пользователей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4764E-23DA-47BC-9E18-C8C1D7D5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83413-C35F-433B-8571-2570E0A6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каталог с фильтрами и сортировкой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6A51F-29A3-4347-BF0C-7B1DB0F8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3389-C9EF-46F1-9F64-33603C11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модерация объявлений и отзывов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0A21E-CD43-4CE7-84D6-C1620792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64796-4E7C-4EBA-9520-5BA5DE7E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валидация бронирований и расчёт суммы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D2393-99A0-4059-B16C-582E1446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9F34F-61D2-4394-BF67-C9BC1B6A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уведомления о важных событиях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930FD-EEEF-4198-BAEB-18DFC08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5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03482-5E3D-4B2C-80C7-3EFC5B88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личный кабинет и CRM-панель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C07F1-A7C1-4CF6-B326-BBE0C7B3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66700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3C966-1434-4D21-BE5E-83D168E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956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D7A84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7A84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36BCC-B58F-4C9A-8B3F-837A59A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528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автоматических теста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проекте</a:t>
            </a:r>
          </a:p>
        </p:txBody>
      </p:sp>
    </p:spTree>
    <p:extLst>
      <p:ext uri="{BB962C8B-B14F-4D97-AF65-F5344CB8AC3E}">
        <p14:creationId xmlns:p14="http://schemas.microsoft.com/office/powerpoint/2010/main" val="622836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C7CC5-E345-4457-9A29-A344FE5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Рязань.Аренда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95A51-0562-43EF-8967-32CD0C2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CE7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7EF"/>
                </a:solidFill>
                <a:latin typeface="Arial"/>
                <a:ea typeface="Arial"/>
                <a:cs typeface="Arial"/>
              </a:rPr>
              <a:t>Понятный путь от объявления до доверия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4D6D-6FD4-44A7-AC6E-E8A1B81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630CE-2306-47E8-AD23-509D24B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A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7A84B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75F84-0165-4B57-916D-4261A3A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634156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2026-10-01T13:55:25.9100000Z</dcterms:created>
  <dcterms:modified xsi:type="dcterms:W3CDTF">2026-10-01T13:55:25.9100000Z</dcterms:modified>
</coreProperties>
</file>